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— this is a take-home in 3 days, the manufacturing context is something I picked for realism, not a real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problem statement straight from the brief. Spend a moment on each — they're the five things every other slide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I'd open the architecture diagram (docs/01_architecture_diagram.md) live during this slide. Stay on these three points; do not get pulled into a Delta-vs-Iceberg debate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Delta vs Iceberg: native Databricks + Unity Catalog + Synapse Serverless reads it directly. At 10× scale on a Trino-led stack I'd reconsider.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file is the answer to the brief's core question. I'd open it live and walk the four blocks. Two minutes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deliberate choice for the PoC — shows pattern judgment, not just one default. In production I'd probably consolidate to DLT once the team has internalised the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signalling the production-shape thinking, not building everything. Specifically the OIDC federation, environment-promotion via merge requests, and pre-commit hooks are the things I'd dig into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I'd open the design-doc decision table and TODO.md live. The point of this slide is that I know what's not done and why — and that I have a view on what to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 slide, I stop talking and let the panel ask. Do not fill silence — the silence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Data Platform on Azure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3-day take-home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Malappa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5648" y="457200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4572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62656" y="457200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4572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9664" y="457200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4572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the brief asks us to solve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15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streaming + batch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4081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both, not two pipelines.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insights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482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Sub-minute freshness for the business.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957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analytics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6883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 and ad-hoc SQL.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035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AI/ML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328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online feature stores.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legacy ETL + silos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9684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scalability, agility, cost.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what to point at on the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docs/01_architecture_diagram.md live. Three things, in this order: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arrows → same Bronze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batch terminate at the same Bronze table. The unification claim made literal in the storage layer.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on Delta Lake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under Databricks + Delta Lake. ACID concurrent writes, time travel, schema evolution.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consumption boxes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Analytics · AI/ML. One per ask in the brief.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Delta Lake makes the medallion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streaming + batch writes on the same table (ACID)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for replay and audit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apply_changes for idempotent SCD2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 — Synapse Serverless reads Delta natively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52160" y="128016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8076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asked: Delta vs Iceberg?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80760" y="20116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Databricks + Unity Catalog. Synapse Serverless reads Delta directly — no metastore shim.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10× scale on a Trino-led stack I'd reconsider.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— one DLT pipeline, both arrows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0F2A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poc/databricks/pipelines/unified_medallion_dlt.py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64792"/>
            <a:ext cx="164592" cy="16459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bronze_cnc_telemetry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600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streaming Kafka source, @dlt.table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164592" cy="16459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bronze_sap_production_order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batch Auto Loader source, same @dlt.table decorator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70632"/>
            <a:ext cx="164592" cy="16459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expectation tiers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26060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expect_or_fail / expect_or_drop / expect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64592" cy="16459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SCD2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3108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via apply_changes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76472"/>
            <a:ext cx="164592" cy="164592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materialised 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6118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joins streaming-derived rollups with batch-derived dimensions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file is the answer to the brief's core question.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Two-pattern processing — and why I kept both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69080" cy="1874520"/>
          </a:xfrm>
          <a:prstGeom prst="roundRect">
            <a:avLst>
              <a:gd name="adj" fmla="val 3902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61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DLT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unified streaming + batch flows. Lineage, autoscaling, retries from the framework.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40690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2618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— PySpark + PipelineRun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SAP edge cases needing full PySpark control. PipelineRun chassis = lock + watermark + audit row.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F2A5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246120"/>
            <a:ext cx="109728" cy="9144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558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630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be expressed as @dlt.table + expects + apply_changes? If yes, write DLT. If no, write a notebook.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signals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9844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98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Purview for AS9100-style audit trails.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29844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98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identities · CMK from Key Vault · Private Endpoints · RLS in Synapse.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9443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44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ruff + pytest (cov ≥ 80%) + terraform validate + checkov + gitleaks.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9443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944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levers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lifecycle · Synapse pause schedule · Photon · spot workers · Serverless for ad-hoc.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· what I'd do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Dual-pattern is deliberate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+ imperative kept on purpose to show pattern judgment. In production I'd consolidate to DLT once the team is comfortable.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online feature store · full networking · real Synapse end-to-end · Purview scan config. All listed in TODO.md.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548640" cy="5486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I'm uncertain about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them up in TODO.md. Would genuinely like a second opinion from the panel.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most welcome a question on why I kept both DLT and imperative notebooks — that's the part I'm most curious to get a second opinion 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People10 Solutions Lab — Malappa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Cloud-Native Data Platform on Azure</dc:title>
  <dc:subject>PptxGenJS Presentation</dc:subject>
  <dc:creator>Malappa</dc:creator>
  <cp:lastModifiedBy>Malappa</cp:lastModifiedBy>
  <cp:revision>1</cp:revision>
  <dcterms:created xsi:type="dcterms:W3CDTF">2026-05-06T19:47:21Z</dcterms:created>
  <dcterms:modified xsi:type="dcterms:W3CDTF">2026-05-06T19:47:21Z</dcterms:modified>
</cp:coreProperties>
</file>