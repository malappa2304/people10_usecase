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— this is a take-home in 3 days, the manufacturing context is something I picked for realism, not a real engagement.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problem statement straight from the brief. Spend a moment on each — they're the five things every other slide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I'd open the architecture diagram (docs/01_architecture_diagram.md) live during this slide. Stay on these three points; do not get pulled into a Delta-vs-Iceberg debate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Delta vs Iceberg: native Databricks + Unity Catalog + Synapse Serverless reads it directly. At 10× scale on a Trino-led stack I'd reconsider.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file is the answer to the brief's core question. I'd open it live and walk the four blocks. Two minutes 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deliberate choice for the PoC — shows pattern judgment, not just one default. In production I'd probably consolidate to DLT once the team has internalised the framework.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about signalling the production-shape thinking, not building everything. Specifically the OIDC federation, environment-promotion via merge requests, and pre-commit hooks are the things I'd dig into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I'd open the design-doc decision table and TODO.md live. The point of this slide is that I know what's not done and why — and that I have a view on what to discuss.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this slide, I stop talking and let the panel ask. Do not fill silence — the silence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0"/>
            <a:ext cx="1463040" cy="51435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058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EEC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PEOPLE10 SOLUTIONS LAB · 3-DAY TAKE-HOME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Cloud-Native Data Platform on Azure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834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EEC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Unifying streaming and batch on a Databricks Lakehouse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36576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9319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Malappa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2519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6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github.com/malappa2304/people10_usecase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66344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DEEC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634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ADLS Gen2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920240" y="466344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DEECF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46634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Databricks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466344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DEEC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46634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 Lake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466344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DEEC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46634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Synapse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the brief asks us to solve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0078D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111556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Unify streaming + batch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234440" y="140817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 for both, not two pipelines.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0078D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17556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 real-time insights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234440" y="204825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Sub-minute freshness for the business.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242316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0078D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1460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3957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analytics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1234440" y="26883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dashboards and ad-hoc SQL.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06324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0078D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34440" y="30358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 data for AI/ML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1234440" y="332841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+ online feature stores.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548640" y="370332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0078D4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7947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34440" y="367588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legacy ETL + silos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234440" y="396849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Unblock scalability, agility, and cost.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36576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People10 Solutions Lab — Malappa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8138160" y="48234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— streaming + batch into one medallion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1508760" cy="777240"/>
          </a:xfrm>
          <a:prstGeom prst="roundRect">
            <a:avLst>
              <a:gd name="adj" fmla="val 7059"/>
            </a:avLst>
          </a:prstGeom>
          <a:solidFill>
            <a:srgbClr val="EFF6F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Streaming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Hubs (Kafka)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CNC telemetry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1508760" cy="777240"/>
          </a:xfrm>
          <a:prstGeom prst="roundRect">
            <a:avLst>
              <a:gd name="adj" fmla="val 7059"/>
            </a:avLst>
          </a:prstGeom>
          <a:solidFill>
            <a:srgbClr val="EFF6F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51460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📦 Batch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80720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Loader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/ MES files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65960" y="1709928"/>
            <a:ext cx="640080" cy="484632"/>
          </a:xfrm>
          <a:prstGeom prst="line">
            <a:avLst/>
          </a:prstGeom>
          <a:noFill/>
          <a:ln w="19050">
            <a:solidFill>
              <a:srgbClr val="0F2A5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965960" y="2852928"/>
            <a:ext cx="640080" cy="-475488"/>
          </a:xfrm>
          <a:prstGeom prst="line">
            <a:avLst/>
          </a:prstGeom>
          <a:noFill/>
          <a:ln w="19050">
            <a:solidFill>
              <a:srgbClr val="0F2A5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06040" y="2011680"/>
            <a:ext cx="1143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06040" y="2011680"/>
            <a:ext cx="1143000" cy="73152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13" name="Text 11"/>
          <p:cNvSpPr/>
          <p:nvPr/>
        </p:nvSpPr>
        <p:spPr>
          <a:xfrm>
            <a:off x="2606040" y="21031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Bronze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06040" y="24688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23360" y="2011680"/>
            <a:ext cx="1143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9CA3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023360" y="2011680"/>
            <a:ext cx="1143000" cy="73152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023360" y="21031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023360" y="24688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2011680"/>
            <a:ext cx="1143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D4A23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40680" y="2011680"/>
            <a:ext cx="1143000" cy="73152"/>
          </a:xfrm>
          <a:prstGeom prst="rect">
            <a:avLst/>
          </a:prstGeom>
          <a:solidFill>
            <a:srgbClr val="D4A23A"/>
          </a:solidFill>
          <a:ln/>
        </p:spPr>
      </p:sp>
      <p:sp>
        <p:nvSpPr>
          <p:cNvPr id="21" name="Text 19"/>
          <p:cNvSpPr/>
          <p:nvPr/>
        </p:nvSpPr>
        <p:spPr>
          <a:xfrm>
            <a:off x="5440680" y="21031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40680" y="24688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49040" y="2400300"/>
            <a:ext cx="274320" cy="0"/>
          </a:xfrm>
          <a:prstGeom prst="line">
            <a:avLst/>
          </a:prstGeom>
          <a:noFill/>
          <a:ln w="19050">
            <a:solidFill>
              <a:srgbClr val="0F2A5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166360" y="2400300"/>
            <a:ext cx="274320" cy="0"/>
          </a:xfrm>
          <a:prstGeom prst="line">
            <a:avLst/>
          </a:prstGeom>
          <a:noFill/>
          <a:ln w="19050">
            <a:solidFill>
              <a:srgbClr val="0F2A52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2606040" y="292608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Databricks Lakehouse on Delta Lake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040880" y="1143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EFF6F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11887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40880" y="148132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BI live tiles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583680" y="2400300"/>
            <a:ext cx="457200" cy="-873252"/>
          </a:xfrm>
          <a:prstGeom prst="line">
            <a:avLst/>
          </a:prstGeom>
          <a:noFill/>
          <a:ln w="19050">
            <a:solidFill>
              <a:srgbClr val="0F2A5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040880" y="201168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EFF6F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40880" y="20574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40880" y="23500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Synapse Serverless / Dedicated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583680" y="2400300"/>
            <a:ext cx="457200" cy="-4572"/>
          </a:xfrm>
          <a:prstGeom prst="line">
            <a:avLst/>
          </a:prstGeom>
          <a:noFill/>
          <a:ln w="19050">
            <a:solidFill>
              <a:srgbClr val="0F2A52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040880" y="288036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EFF6F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4088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/ ML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040880" y="32186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+ online feature store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83680" y="2400300"/>
            <a:ext cx="457200" cy="864108"/>
          </a:xfrm>
          <a:prstGeom prst="line">
            <a:avLst/>
          </a:prstGeom>
          <a:noFill/>
          <a:ln w="19050">
            <a:solidFill>
              <a:srgbClr val="0F2A5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57200" y="406908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187952"/>
            <a:ext cx="274320" cy="27432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" y="4187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60120" y="41148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arrows → same Bronze. Unification at the storage layer.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60420" y="406908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97580" y="4187952"/>
            <a:ext cx="274320" cy="27432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44" name="Text 42"/>
          <p:cNvSpPr/>
          <p:nvPr/>
        </p:nvSpPr>
        <p:spPr>
          <a:xfrm>
            <a:off x="3497580" y="4187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863340" y="41148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Bronze → Silver → Gold on Delta Lake. ACID, time travel.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63640" y="406908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0" y="4187952"/>
            <a:ext cx="274320" cy="27432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0" y="4187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766560" y="41148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consumers — one per ask in the brief.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6576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People10 Solutions Lab — Malappa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138160" y="48234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Delta Lake makes the medallion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426464"/>
            <a:ext cx="164592" cy="16459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" y="12801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 streaming + batch writes on the same table (ACID)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066544"/>
            <a:ext cx="164592" cy="16459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920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travel for replay and audit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706624"/>
            <a:ext cx="164592" cy="16459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25603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 and apply_changes for idempotent SCD2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346704"/>
            <a:ext cx="164592" cy="16459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32004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format — Synapse Serverless reads Delta natively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52160" y="128016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EFF6F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80760" y="1508760"/>
            <a:ext cx="1554480" cy="320040"/>
          </a:xfrm>
          <a:prstGeom prst="roundRect">
            <a:avLst>
              <a:gd name="adj" fmla="val 14286"/>
            </a:avLst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6080760" y="1508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ASKED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07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 vs Iceberg?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80760" y="23774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Databricks + Unity Catalog. Synapse Serverless reads Delta directly — no metastore shim.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10× scale on a Trino-led stack I'd reconsider.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People10 Solutions Lab — Malappa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138160" y="48234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PoC — one DLT pipeline, both arrows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411480"/>
          </a:xfrm>
          <a:prstGeom prst="roundRect">
            <a:avLst>
              <a:gd name="adj" fmla="val 11111"/>
            </a:avLst>
          </a:prstGeom>
          <a:solidFill>
            <a:srgbClr val="0F2A5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60704"/>
            <a:ext cx="201168" cy="2011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960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poc/databricks/pipelines/unified_medallion_dlt.py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1746504"/>
            <a:ext cx="274320" cy="27432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746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162763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bronze_cnc_telemetry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617720" y="162763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streaming Kafka source · @dlt.table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2249424"/>
            <a:ext cx="274320" cy="27432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" y="21305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bronze_sap_production_order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617720" y="21305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 Auto Loader · same @dlt.table decorator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752344"/>
            <a:ext cx="274320" cy="27432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752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14400" y="26334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expectation tiers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617720" y="26334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expect_or_fail · expect_or_drop · expect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255264"/>
            <a:ext cx="274320" cy="27432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14400" y="313639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SCD2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617720" y="313639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via apply_changes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58184"/>
            <a:ext cx="274320" cy="27432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3758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14400" y="363931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Gold materialised view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617720" y="363931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joins streaming-derived rollups with batch-derived dimensions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5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single file is the answer to the brief's core question.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6576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People10 Solutions Lab — Malappa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8138160" y="48234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Two-pattern processing — and why I kept both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69080" cy="1828800"/>
          </a:xfrm>
          <a:prstGeom prst="roundRect">
            <a:avLst>
              <a:gd name="adj" fmla="val 4000"/>
            </a:avLst>
          </a:prstGeom>
          <a:solidFill>
            <a:srgbClr val="EFF6F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406908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9844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A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Declarative — DLT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Unified streaming + batch. Lineage, autoscaling, retries from the framework. Inline expectations and apply_changes.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097280"/>
            <a:ext cx="40690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09160" y="1097280"/>
            <a:ext cx="4069080" cy="73152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29844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Imperative — PySpark + PipelineRun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173736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edge cases needing full PySpark control. PipelineRun chassis = lock + watermark + structured audit row.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461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0F2A52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383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RULE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be expressed as @dlt.table + expects + apply_changes?  If yes → DLT.  If no → notebook.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People10 Solutions Lab — Malappa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138160" y="48234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Production-readiness signals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6908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258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078D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3716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Lineage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85800" y="19385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Catalog + Purview for AS9100-style audit trails.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406908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37760" y="13258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078D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173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77840" y="13716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4937760" y="19385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identities · CMK from Key Vault · Private Endpoints · RLS in Synapse.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57200" y="2743200"/>
            <a:ext cx="406908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85800" y="297180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078D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06324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25880" y="30175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685800" y="358444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Actions: ruff + pytest (cov ≥ 80%) + terraform validate + checkov + gitleaks.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709160" y="2743200"/>
            <a:ext cx="406908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937760" y="297180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078D4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06324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77840" y="30175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levers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4937760" y="358444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ADLS lifecycle · Synapse pause schedule · Photon · spot workers · Serverless for ad-hoc.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36576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People10 Solutions Lab — Malappa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8138160" y="48234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Trade-offs · what I'd do next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548640" cy="54864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10972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Dual-pattern is a deliberate choice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80160" y="146304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DLT + imperative kept on purpose to show pattern judgment. In production I'd consolidate to DLT once the team has internalised the framework — keep PySpark only for genuine SAP edge cases.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194560"/>
            <a:ext cx="548640" cy="54864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21488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gaps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251460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Cosmos online feature store (designed, not provisioned) · full networking module · real Synapse end-to-end run · Purview scan config. All listed in TODO.md with effort estimates.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3246120"/>
            <a:ext cx="548640" cy="54864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280160" y="320040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Things I'm uncertain about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80160" y="356616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32 Event Hubs partitions is right at the cost we'd actually run at. Whether apply_changes plays well with the audit chassis. Whether to retire the imperative path entirely. Would genuinely like a panel opinion.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People10 Solutions Lab — Malappa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138160" y="48234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4206240" y="2788920"/>
            <a:ext cx="731520" cy="457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108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EEC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most welcome a question on why I kept both DLT and imperative notebooks — that's the part I'm most curious to get a second opinion 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B6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People10 Solutions Lab — Malappa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38160" y="48234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B6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Cloud-Native Data Platform on Azure</dc:title>
  <dc:subject>PptxGenJS Presentation</dc:subject>
  <dc:creator>Malappa</dc:creator>
  <cp:lastModifiedBy>Malappa</cp:lastModifiedBy>
  <cp:revision>1</cp:revision>
  <dcterms:created xsi:type="dcterms:W3CDTF">2026-05-06T19:58:49Z</dcterms:created>
  <dcterms:modified xsi:type="dcterms:W3CDTF">2026-05-06T19:58:49Z</dcterms:modified>
</cp:coreProperties>
</file>